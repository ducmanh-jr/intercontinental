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972800" y="0"/>
            <a:ext cx="1218895" cy="822960"/>
          </a:xfrm>
          <a:prstGeom prst="rtTriangle">
            <a:avLst/>
          </a:prstGeom>
          <a:solidFill>
            <a:srgbClr val="69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4" descr="Logo ĐH Xây Dựng Hà Nội - N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44768"/>
            <a:ext cx="457200" cy="457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87552" y="614476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 panose="020B0502040204020203"/>
              </a:defRPr>
              <a:spcAft>
                <a:spcPts val="100"/>
              </a:spcAft>
            </a:pPr>
            <a:r>
              <a:t>TRƯỜNG ĐẠI HỌC XÂY DỰNG HÀ NỘI</a:t>
            </a:r>
          </a:p>
          <a:p>
            <a:pPr>
              <a:defRPr sz="850">
                <a:solidFill>
                  <a:srgbClr val="000000"/>
                </a:solidFill>
                <a:latin typeface="Segoe UI" panose="020B0502040204020203"/>
              </a:defRPr>
            </a:pPr>
            <a:r>
              <a:t>Hanoi University of Civil Engineering</a:t>
            </a:r>
          </a:p>
        </p:txBody>
      </p:sp>
      <p:sp>
        <p:nvSpPr>
          <p:cNvPr id="6" name="Rectangle 6"/>
          <p:cNvSpPr/>
          <p:nvPr/>
        </p:nvSpPr>
        <p:spPr>
          <a:xfrm>
            <a:off x="3977639" y="6272784"/>
            <a:ext cx="775411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4114800" y="6419088"/>
            <a:ext cx="3962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>
                <a:solidFill>
                  <a:srgbClr val="000000"/>
                </a:solidFill>
                <a:latin typeface="Segoe UI" panose="020B0502040204020203"/>
              </a:defRPr>
            </a:pPr>
            <a:r>
              <a:t>https://www.huce.edu.vn/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01200" y="6419088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000000"/>
                </a:solidFill>
                <a:latin typeface="Segoe UI" panose="020B0502040204020203"/>
              </a:defRPr>
            </a:pPr>
            <a:r>
              <a:t>Slide 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